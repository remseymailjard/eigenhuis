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854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7986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7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2D1D6E"/>
          </a:solidFill>
          <a:ln w="12700">
            <a:solidFill>
              <a:srgbClr val="2D1D6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7589520" y="274320"/>
            <a:ext cx="1097280" cy="1097280"/>
          </a:xfrm>
          <a:prstGeom prst="ellipse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7955280" y="3474720"/>
            <a:ext cx="640080" cy="640080"/>
          </a:xfrm>
          <a:prstGeom prst="ellipse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640080" y="640080"/>
            <a:ext cx="621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Introductie</a:t>
            </a:r>
            <a:endParaRPr lang="en-US" sz="5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365 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E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Slimmer, sneller en beter communiceren met 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7320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vereniging eigen huis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B2785"/>
          </a:solidFill>
          <a:ln w="12700">
            <a:solidFill>
              <a:srgbClr val="3B27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ga je leren?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2560320" cy="73152"/>
          </a:xfrm>
          <a:prstGeom prst="rect">
            <a:avLst/>
          </a:prstGeom>
          <a:solidFill>
            <a:srgbClr val="2D1D6E"/>
          </a:solidFill>
          <a:ln w="12700">
            <a:solidFill>
              <a:srgbClr val="2D1D6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1371600" y="1097280"/>
            <a:ext cx="822960" cy="822960"/>
          </a:xfrm>
          <a:prstGeom prst="ellipse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137160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Sneller werken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2788920"/>
            <a:ext cx="182880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Shape 9"/>
          <p:cNvSpPr/>
          <p:nvPr/>
        </p:nvSpPr>
        <p:spPr>
          <a:xfrm>
            <a:off x="3337560" y="86868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Shape 10"/>
          <p:cNvSpPr/>
          <p:nvPr/>
        </p:nvSpPr>
        <p:spPr>
          <a:xfrm>
            <a:off x="3337560" y="868680"/>
            <a:ext cx="2560320" cy="73152"/>
          </a:xfrm>
          <a:prstGeom prst="rect">
            <a:avLst/>
          </a:prstGeom>
          <a:solidFill>
            <a:srgbClr val="3B2785"/>
          </a:solidFill>
          <a:ln w="12700">
            <a:solidFill>
              <a:srgbClr val="3B27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3" name="Shape 11"/>
          <p:cNvSpPr/>
          <p:nvPr/>
        </p:nvSpPr>
        <p:spPr>
          <a:xfrm>
            <a:off x="4206240" y="1097280"/>
            <a:ext cx="822960" cy="822960"/>
          </a:xfrm>
          <a:prstGeom prst="ellipse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420624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✍️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74720" y="2057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2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Beter communiceren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03320" y="2788920"/>
            <a:ext cx="182880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7" name="Shape 15"/>
          <p:cNvSpPr/>
          <p:nvPr/>
        </p:nvSpPr>
        <p:spPr>
          <a:xfrm>
            <a:off x="6172200" y="86868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Shape 16"/>
          <p:cNvSpPr/>
          <p:nvPr/>
        </p:nvSpPr>
        <p:spPr>
          <a:xfrm>
            <a:off x="6172200" y="868680"/>
            <a:ext cx="2560320" cy="73152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9" name="Shape 17"/>
          <p:cNvSpPr/>
          <p:nvPr/>
        </p:nvSpPr>
        <p:spPr>
          <a:xfrm>
            <a:off x="7040880" y="1097280"/>
            <a:ext cx="822960" cy="822960"/>
          </a:xfrm>
          <a:prstGeom prst="ellipse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704088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09360" y="2057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Slimmer werken met AI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37960" y="2788920"/>
            <a:ext cx="182880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3" name="Text 21"/>
          <p:cNvSpPr/>
          <p:nvPr/>
        </p:nvSpPr>
        <p:spPr>
          <a:xfrm>
            <a:off x="685800" y="2898648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Samenvatten van klantcontact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Overzicht van klantcases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20440" y="2898648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Conceptantwoorden genereren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 aanpassen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2898648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Effectieve prompts schrijven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D1D6E"/>
          </a:solidFill>
          <a:ln w="12700">
            <a:solidFill>
              <a:srgbClr val="2D1D6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3474720" cy="9144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dirty="0">
                <a:solidFill>
                  <a:srgbClr val="000000"/>
                </a:solidFill>
              </a:rPr>
              <a:t>⚡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74320" y="15544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Sneller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werken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46405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E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van 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0"/>
            <a:ext cx="64008" cy="514350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3840480" y="457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leer je?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840480" y="1051560"/>
            <a:ext cx="493776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Shape 8"/>
          <p:cNvSpPr/>
          <p:nvPr/>
        </p:nvSpPr>
        <p:spPr>
          <a:xfrm>
            <a:off x="3840480" y="1051560"/>
            <a:ext cx="64008" cy="109728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4069080" y="111556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Samenvatten van klantcontact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69080" y="1481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 gesprekshistorie in één klik samengevat — altijd meteen de kern.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0" y="2331720"/>
            <a:ext cx="493776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Shape 12"/>
          <p:cNvSpPr/>
          <p:nvPr/>
        </p:nvSpPr>
        <p:spPr>
          <a:xfrm>
            <a:off x="3840480" y="2331720"/>
            <a:ext cx="64008" cy="109728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4069080" y="23957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Overzicht van klantcases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069080" y="276148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zicht op openstaande cases, prioriteiten en voortgang.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3749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3B2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Bespaar tijd op routinewerk — focus op wat écht telt.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3B2785"/>
          </a:solidFill>
          <a:ln w="12700">
            <a:solidFill>
              <a:srgbClr val="3B27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3474720" cy="9144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dirty="0">
                <a:solidFill>
                  <a:srgbClr val="000000"/>
                </a:solidFill>
              </a:rPr>
              <a:t>✍️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74320" y="15544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Beter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commu-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niceren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46405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E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van 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0"/>
            <a:ext cx="64008" cy="514350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3840480" y="457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leer je?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840480" y="1051560"/>
            <a:ext cx="493776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Shape 8"/>
          <p:cNvSpPr/>
          <p:nvPr/>
        </p:nvSpPr>
        <p:spPr>
          <a:xfrm>
            <a:off x="3840480" y="1051560"/>
            <a:ext cx="64008" cy="1097280"/>
          </a:xfrm>
          <a:prstGeom prst="rect">
            <a:avLst/>
          </a:prstGeom>
          <a:solidFill>
            <a:srgbClr val="3B2785"/>
          </a:solidFill>
          <a:ln w="12700">
            <a:solidFill>
              <a:srgbClr val="3B27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4069080" y="111556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Conceptantwoorden genereren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69080" y="1481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schrijft een eerste versie op basis van de case — jij past aan en verstuurt.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0" y="2331720"/>
            <a:ext cx="493776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Shape 12"/>
          <p:cNvSpPr/>
          <p:nvPr/>
        </p:nvSpPr>
        <p:spPr>
          <a:xfrm>
            <a:off x="3840480" y="2331720"/>
            <a:ext cx="64008" cy="1097280"/>
          </a:xfrm>
          <a:prstGeom prst="rect">
            <a:avLst/>
          </a:prstGeom>
          <a:solidFill>
            <a:srgbClr val="3B2785"/>
          </a:solidFill>
          <a:ln w="12700">
            <a:solidFill>
              <a:srgbClr val="3B27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4069080" y="23957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 aanpassen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069080" y="276148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Formeel, begripvol of eenvoudig — één klik bepaalt de stijl van je bericht.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3749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3B2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Consistente communicatie — ook in drukke periodes.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3474720" cy="91440"/>
          </a:xfrm>
          <a:prstGeom prst="rect">
            <a:avLst/>
          </a:prstGeom>
          <a:solidFill>
            <a:srgbClr val="2D1D6E"/>
          </a:solidFill>
          <a:ln w="12700">
            <a:solidFill>
              <a:srgbClr val="2D1D6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dirty="0">
                <a:solidFill>
                  <a:srgbClr val="000000"/>
                </a:solidFill>
              </a:rPr>
              <a:t>🧠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74320" y="15544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Slimmer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werken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AI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46405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van 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0"/>
            <a:ext cx="64008" cy="5143500"/>
          </a:xfrm>
          <a:prstGeom prst="rect">
            <a:avLst/>
          </a:prstGeom>
          <a:solidFill>
            <a:srgbClr val="2D1D6E"/>
          </a:solidFill>
          <a:ln w="12700">
            <a:solidFill>
              <a:srgbClr val="2D1D6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3840480" y="457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leer je?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840480" y="1051560"/>
            <a:ext cx="493776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Shape 8"/>
          <p:cNvSpPr/>
          <p:nvPr/>
        </p:nvSpPr>
        <p:spPr>
          <a:xfrm>
            <a:off x="3840480" y="1051560"/>
            <a:ext cx="64008" cy="137160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4069080" y="111556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Effectieve prompts schrijven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69080" y="15087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de anatomie van een goede prompt: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· taak · structuur · toon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0" y="2651760"/>
            <a:ext cx="1051560" cy="502920"/>
          </a:xfrm>
          <a:prstGeom prst="rect">
            <a:avLst/>
          </a:prstGeom>
          <a:solidFill>
            <a:srgbClr val="2D1D6E"/>
          </a:solidFill>
          <a:ln w="12700">
            <a:solidFill>
              <a:srgbClr val="2D1D6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3840480" y="26517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0328" y="265176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74920" y="2651760"/>
            <a:ext cx="1051560" cy="502920"/>
          </a:xfrm>
          <a:prstGeom prst="rect">
            <a:avLst/>
          </a:prstGeom>
          <a:solidFill>
            <a:srgbClr val="3B2785"/>
          </a:solidFill>
          <a:ln w="12700">
            <a:solidFill>
              <a:srgbClr val="3B27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7" name="Text 15"/>
          <p:cNvSpPr/>
          <p:nvPr/>
        </p:nvSpPr>
        <p:spPr>
          <a:xfrm>
            <a:off x="5074920" y="26517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Taak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44768" y="265176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09360" y="2651760"/>
            <a:ext cx="1051560" cy="502920"/>
          </a:xfrm>
          <a:prstGeom prst="rect">
            <a:avLst/>
          </a:prstGeom>
          <a:solidFill>
            <a:srgbClr val="2D1D6E"/>
          </a:solidFill>
          <a:ln w="12700">
            <a:solidFill>
              <a:srgbClr val="2D1D6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6309360" y="26517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Structuur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79208" y="265176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543800" y="2651760"/>
            <a:ext cx="1051560" cy="50292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3" name="Text 21"/>
          <p:cNvSpPr/>
          <p:nvPr/>
        </p:nvSpPr>
        <p:spPr>
          <a:xfrm>
            <a:off x="7543800" y="26517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40480" y="33832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Betere vragen = betere antwoorden van Copilot.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40480" y="38404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AI-vaardigheden blijven groeien — ook na deze training.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B2785"/>
          </a:solidFill>
          <a:ln w="12700">
            <a:solidFill>
              <a:srgbClr val="3B27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Jouw leerdoelen in één oogopslag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248716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Thema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7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Onderdelen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7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Resultaat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7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1D6E"/>
                          </a:solidFill>
                        </a:rPr>
                        <a:t>⚡ Sneller werken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4E"/>
                          </a:solidFill>
                        </a:rPr>
                        <a:t>Samenvatten · Klantoverzicht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4E"/>
                          </a:solidFill>
                        </a:rPr>
                        <a:t>Minder tijd kwijt aan zoeken en lezen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1D6E"/>
                          </a:solidFill>
                        </a:rPr>
                        <a:t>✍️ Beter communiceren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4E"/>
                          </a:solidFill>
                        </a:rPr>
                        <a:t>Conceptantwoorden · Toon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4E"/>
                          </a:solidFill>
                        </a:rPr>
                        <a:t>Consistente en snelle klantcommunicatie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1D6E"/>
                          </a:solidFill>
                        </a:rPr>
                        <a:t>🧠 Slimmer werken met AI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4E"/>
                          </a:solidFill>
                        </a:rPr>
                        <a:t>Prompttechnieken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4E"/>
                          </a:solidFill>
                        </a:rPr>
                        <a:t>Copilot effectiever en gerichter inzetten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069080"/>
            <a:ext cx="8229600" cy="713232"/>
          </a:xfrm>
          <a:prstGeom prst="rect">
            <a:avLst/>
          </a:prstGeom>
          <a:solidFill>
            <a:srgbClr val="3B2785"/>
          </a:solidFill>
          <a:ln w="12700">
            <a:solidFill>
              <a:srgbClr val="3B2785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Text 3"/>
          <p:cNvSpPr/>
          <p:nvPr/>
        </p:nvSpPr>
        <p:spPr>
          <a:xfrm>
            <a:off x="457200" y="406908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deze training werk jij met AI — niet voor AI. Copilot ondersteunt, jij beslist.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E28D4950-5CAC-7B19-F54E-AD51262A52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762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975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27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2D1D6E"/>
          </a:solidFill>
          <a:ln w="12700">
            <a:solidFill>
              <a:srgbClr val="2D1D6E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7589520" y="274320"/>
            <a:ext cx="1097280" cy="1097280"/>
          </a:xfrm>
          <a:prstGeom prst="ellipse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Klaar</a:t>
            </a:r>
            <a:endParaRPr lang="en-US" sz="5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te</a:t>
            </a:r>
            <a:endParaRPr lang="en-US" sz="5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beginnen?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640080" y="3474720"/>
            <a:ext cx="3200400" cy="594360"/>
          </a:xfrm>
          <a:prstGeom prst="rect">
            <a:avLst/>
          </a:prstGeom>
          <a:solidFill>
            <a:srgbClr val="F07800"/>
          </a:solidFill>
          <a:ln w="12700">
            <a:solidFill>
              <a:srgbClr val="F07800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 de training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7320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vereniging eigen huis</a:t>
            </a:r>
            <a:endParaRPr lang="en-US" sz="1100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8AC38ECB-FF00-492A-D88D-D9D31ABAD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0014"/>
            <a:ext cx="9144000" cy="4423471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5D703225-9D81-5E7E-1276-AA44D1C08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2825"/>
            <a:ext cx="9144000" cy="47778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</Words>
  <Application>Microsoft Office PowerPoint</Application>
  <PresentationFormat>Diavoorstelling (16:9)</PresentationFormat>
  <Paragraphs>82</Paragraphs>
  <Slides>8</Slides>
  <Notes>7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Introductie Copilot – Dynamics 365 CE</dc:title>
  <dc:subject>PptxGenJS Presentation</dc:subject>
  <dc:creator>Vereniging Eigen Huis</dc:creator>
  <cp:lastModifiedBy>Remsey Mailjard</cp:lastModifiedBy>
  <cp:revision>2</cp:revision>
  <dcterms:created xsi:type="dcterms:W3CDTF">2026-03-15T20:56:06Z</dcterms:created>
  <dcterms:modified xsi:type="dcterms:W3CDTF">2026-03-15T21:32:34Z</dcterms:modified>
</cp:coreProperties>
</file>